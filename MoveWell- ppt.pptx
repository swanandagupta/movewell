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embeddedFontLst>
    <p:embeddedFont>
      <p:font typeface="Franklin Gothic Heavy" panose="020B0903020102020204" pitchFamily="34" charset="0"/>
      <p:regular r:id="rId10"/>
      <p:italic r:id="rId11"/>
    </p:embeddedFont>
    <p:embeddedFont>
      <p:font typeface="Fraunces ExtraBold" panose="020B0604020202020204" charset="0"/>
      <p:regular r:id="rId12"/>
    </p:embeddedFont>
    <p:embeddedFont>
      <p:font typeface="Nobile" panose="020B0604020202020204" charset="0"/>
      <p:regular r:id="rId13"/>
    </p:embeddedFont>
    <p:embeddedFont>
      <p:font typeface="Nobile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888" y="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7:11:19.277"/>
    </inkml:context>
    <inkml:brush xml:id="br0">
      <inkml:brushProperty name="width" value="0.1" units="cm"/>
      <inkml:brushProperty name="height" value="0.1" units="cm"/>
      <inkml:brushProperty name="color" value="#C5F1D9"/>
    </inkml:brush>
  </inkml:definitions>
  <inkml:trace contextRef="#ctx0" brushRef="#br0">6001 1 6553,'0'0'6276,"6"3"-5419,1 1-936,45 24 573,0 2 0,75 60-1,-113-79-103,0 2-1,-1 0 1,0 0-1,-2 1 1,1 0-1,-2 1 0,0 1 1,0 0-1,-2 0 1,0 0-1,-1 1 1,0 0-1,4 21 1,-8-22-1,0-1 1,-2 1 0,0-1 0,0 1-1,-2 0 1,0-1 0,-5 28-1,1-23-229,0 0 0,-2 0 0,0-1-1,-2 0 1,-12 22 0,-1-6-167,-1-2 0,-2-1 0,-1-1 0,-1-1 0,-48 40 0,13-19 7,-2-3 0,-2-3 0,-141 71 0,-235 63 0,286-128 0,-2-6 0,-1-8 0,-302 32 0,128-54 0,-108 10 0,295-6 0,-151 41 0,183-29 0,-198 82 0,227-74 0,2 4 0,-137 94 0,156-89 0,2 2 0,3 3 0,-88 101 0,103-100 0,2 2 0,2 1 0,3 3 0,3 1 0,2 1 0,4 2 0,1 1 0,4 1 0,3 0 0,3 2 0,-15 116 0,25-106 0,3 1 0,4 0 0,3-1 0,22 130 0,-12-145 0,2-2 0,3 1 0,3-2 0,2-1 0,3 0 0,40 65 0,-30-68 0,2-1 0,3-2 0,2-2 0,2-1 0,2-3 0,2-2 0,3-2 0,75 49 0,-61-51 0,3-3 0,1-3 0,2-3 0,0-3 0,2-3 0,142 29 0,-108-37-328,1-5-1,1-4 1,-1-6-1,120-11 1,-77-7-3689,0-7 0,201-56 1,-152 18 1713,202-91 1,178-118 2577,-502 230-275,394-188 0,15 40 0,-410 165 301,109-17-1,-119 30 1752,133-1 0,-148 11-823,0 3 0,0 3 0,0 1 0,-1 3 0,-1 2 0,0 2 0,-1 3 0,56 27 0,-52-17-820,-2 3 0,-2 2 0,0 2 0,-3 3 0,62 61 0,-56-44-459,-3 3 1,-3 2 0,76 123-1,-95-132 50,-1 2 0,-3 0 0,-3 2 0,-2 0 0,-2 1 0,-2 1 0,-4 1 0,9 107 0,-17-79 0,-3 0 0,-5-1 0,-3 1 0,-4-1 0,-4-1 0,-3 0 0,-4-2 0,-3 0 0,-45 93 0,-144 226 0,-30-16 0,36-61 0,20 9 0,150-254 0,3 1 0,-46 156 0,70-189 0,2 2 0,2 0 0,2 0 0,2 0 0,3 0 0,6 78 0,-2-100 0,2-1 0,0 0 0,2 0 0,1 0 0,1-1 0,1 0 0,1-1 0,1 0 0,1 0 0,1-2 0,1 0 0,1 0 0,1-2 0,1 0 0,1 0 0,0-2 0,2-1 0,35 25 0,-11-16 0,0-1 0,2-2 0,1-3 0,0-1 0,76 18 0,-8-11 0,153 13 0,318 3 0,-205-18 0,208 36 0,-422-34 0,245 70 0,-333-70 0,0 3 0,-2 3 0,-1 4 0,95 60 0,-123-64 0,-2 2 0,-1 2 0,-2 2 0,-2 2 0,-1 2 0,-3 2 0,40 57 0,-45-51 0,-3 2 0,-2 2 0,-2 0 0,-3 2 0,-2 0 0,-3 1 0,-2 2 0,-3-1 0,-2 1 0,3 80 0,-11-54 0,-3 1 0,-5-1 0,-3 0 0,-4 0 0,-3-2 0,-46 141 0,14-93 0,-5-3 0,-6-2 0,-5-3 0,-6-3 0,-143 192 0,109-185 0,-4-4 0,-7-5 0,-4-5 0,-204 151 0,213-187 11,-3-5 0,-4-5 1,-3-4-1,-2-6 0,-186 60 0,205-87-114,0-4-1,-1-5 1,-1-4 0,-1-5-1,0-4 1,-1-5 0,-153-16-1,148-2-3197,0-4 0,-152-49-1,113 17 491,-162-79-1,-130-101 527,13-22 2400,281 163 320,-624-355-435,512 311 0,-288-105 0,409 190 175,-2 6 0,-182-31 0,14 36 2962,-6 35 3612,179 14-4959,-1 5-1,2 6 1,-262 78-1,251-49-1509,1 7 0,3 6 1,-169 103-1,162-73-364,5 7 1,4 6-1,5 6 1,5 6 0,5 6-1,6 4 1,-135 192-1,165-191 84,6 3 0,6 4 0,6 3 0,-83 230 0,112-241 0,5 2 0,7 1 0,5 2 0,6 0 0,-3 215 0,24-225 0,6 0 0,5-1 0,6 0 0,5-1 0,5-2 0,84 219 0,-66-228 0,6-2 0,4-2 0,5-4 0,4-1 0,4-4 0,5-3 0,96 94 0,-76-98 0,4-5 0,4-3 0,3-6 0,4-3 0,3-6 0,192 85 0,-168-97 0,3-5 0,1-7 0,3-6 0,0-7 0,245 22 0,-30-38 942,0-22-3823,359-44-7955,-339 21 5861,-294 24 4625,254-17 1392,-2 15 3748,-121 21-1605,-166-7-1850,0 3 0,64 20 0,-85-20-640,-1 2 1,0 1-1,0 1 1,50 33-1,-60-32-495,0 0 0,0 1 0,-2 1 1,0 0-1,-1 1 0,0 1 0,17 28 0,-18-21-200,-2 1 0,0 0 0,-2 0 0,0 1 0,-2 0 0,-1 1 0,-1 0 0,2 31 0,-4 1 0,-2 1 0,-11 104 0,0-90 0,-32 129 0,25-149 0,-2-1 0,-49 101 0,60-141 0,0 0 0,-1-1 0,-1 0 0,0-1 0,-1 1 0,0-2 0,-21 19 0,-15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7:11:26.246"/>
    </inkml:context>
    <inkml:brush xml:id="br0">
      <inkml:brushProperty name="width" value="0.1" units="cm"/>
      <inkml:brushProperty name="height" value="0.1" units="cm"/>
      <inkml:brushProperty name="color" value="#C5F1D9"/>
    </inkml:brush>
  </inkml:definitions>
  <inkml:trace contextRef="#ctx0" brushRef="#br0">3599 0 6553,'56'1'2175,"1"2"0,-1 3-1,0 2 1,98 27-1,-112-21-1194,-1 1-1,-1 2 1,0 2-1,-1 2 0,-1 1 1,59 47-1,-57-37-926,-1 3 1,-2 1-1,-2 1 0,-1 3 0,30 45 0,-46-57-56,-1 0 1,-2 1-1,0 1 1,-2 0-1,-2 1 1,0 1-1,-2-1 0,-2 2 1,4 32-1,-8-34 3,-1 1 0,-1-1 0,-2 1 0,-2-1 0,0 0 0,-3 0 0,0 0 0,-2-1 0,-1 0 0,-1 0 0,-2-1 0,-1 0 0,-1-1 0,-28 41 0,14-30 0,-2-2 0,-1-1 0,-2-2 0,-49 40 0,33-35 0,-2-3 0,-101 54 0,58-45 0,-3-4 0,-1-5 0,-181 43 0,-95-13 0,-5-22 0,151-19 0,-195 36 0,318-40 0,-200 67 0,270-74 0,1 0 0,0 3 0,-50 31 0,72-40 0,1 0 0,0 1 0,1 0 0,0 1 0,0 0 0,1 0 0,0 1 0,1 0 0,0 0 0,1 1 0,0 0 0,-10 25 0,15-30 0,1-1 0,-1 1 0,1 0 0,0 0 0,0-1 0,1 1 0,0 0 0,1 0 0,-1 0 0,1 0 0,0 0 0,1-1 0,0 1 0,0 0 0,0-1 0,1 0 0,0 1 0,0-1 0,1 0 0,-1-1 0,1 1 0,0 0 0,6 4 0,1 2 0,1-1 0,1 0 0,0-1 0,0-1 0,1 0 0,1 0 0,-1-1 0,28 10 0,-4-6 0,0-1 0,1-1 0,0-3 0,42 4 0,163 0 0,-234-11 0,732-15-429,-371-9-2836,0-4-4121,-44 2 1317,0 6 7059,326-1 9845,-525 22-9019,-1 5 0,152 27 0,-219-22-1834,0 3 0,0 3 1,-1 2-1,-2 3 1,0 3-1,86 50 0,-96-44 18,-2 1 0,-1 3 0,-2 2 0,-2 1 0,-1 2 0,-2 2 0,60 88 0,-57-65 0,-3 1 0,-3 2 0,-3 1 0,-3 1 0,25 96 0,-35-92 0,-4 2 0,-3-1 0,2 94 0,-25 230 0,0-292 0,-4 1 0,-49 165 0,-105 196 0,113-346 0,-4-3 0,-148 215 0,-56 54 0,184-258 0,-67 149 0,87-129 0,51-119 0,1 0 0,-8 65 0,15-78 0,1 1 0,1-1 0,1 0 0,0 1 0,2-1 0,5 24 0,-4-28 0,1-1 0,0 0 0,1 0 0,1-1 0,0 0 0,1 0 0,0 0 0,1-1 0,11 12 0,-3-7 0,1 0 0,1-1 0,1-1 0,0-1 0,1 0 0,0-2 0,1 0 0,0-2 0,1 0 0,36 9 0,0-4 0,2-2 0,0-3 0,65 3 0,213-3 0,1-17 0,-336 7 0,529-22 0,69-2 0,-2 28 0,-436 6 0,266 52 0,-331-40 0,-2 4 0,0 5 0,174 81 0,-185-66 0,-2 2 0,-2 5 0,-3 3 0,-2 4 0,89 87 0,-105-83 0,-3 1 0,-3 3 0,-2 3 0,-4 2 0,-3 1 0,39 86 0,-43-61 0,-4 2 0,-4 1 0,-5 2 0,-4 1 0,11 112 0,-19-55 0,-8 1 0,-19 271 0,-8-256 0,-8 0 0,-8-2 0,-102 312 0,56-271 0,-10-4 0,-177 306 0,130-295 0,-327 402 0,252-387 0,-303 267 0,338-354 0,-309 207 0,350-275 0,-3-6 0,-4-5 0,-185 65 0,165-85 52,-2-6 1,-2-8-1,-229 24 0,185-45-915,-1-9 0,-279-23 0,3-48-10834,4-39 7908,-463-172 3633,-162-116 156,652 224 0,-78-15-35,-10 45 471,315 105 2849,174 27-1949,0 2-1,-66 8 1,88-2-445,0 0 0,0 3 0,0 1 0,-51 20 0,61-18-230,0 1 0,1 1 0,0 1 0,1 0 0,0 2 0,-32 32 0,35-29-514,2 0-1,1 1 1,0 1 0,1 1-1,2 0 1,0 1-1,-14 34 1,16-28-116,2 1-1,0 0 1,2 1-1,2-1 1,-4 54 0,9-39-44,1 1 1,3-1 0,1 0 0,2 0 0,3-1 0,1 0 0,2 0-1,33 74 1,-8-42 12,3-2 0,4-2 0,2-1 0,3-3 0,103 107 0,-59-83 0,4-5 0,3-3 0,114 70 0,-45-48 0,225 104 0,204 36 0,22-52 0,7-32 0,1070 207 0,-1589-347 0,422 87 0,-4 27 0,-19 51 0,-389-131 0,-1 5 0,117 82 0,-160-91 0,-3 3 0,-2 4 0,120 129 0,-155-146 0,-1 2 0,50 88 0,-65-97 0,-2 1 0,-2 1 0,-1 1 0,14 60 0,-10 16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7:11:40.388"/>
    </inkml:context>
    <inkml:brush xml:id="br0">
      <inkml:brushProperty name="width" value="0.1" units="cm"/>
      <inkml:brushProperty name="height" value="0.1" units="cm"/>
      <inkml:brushProperty name="color" value="#C5F1D9"/>
    </inkml:brush>
  </inkml:definitions>
  <inkml:trace contextRef="#ctx0" brushRef="#br0">1 1 6553,'0'0'0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7:13:15.293"/>
    </inkml:context>
    <inkml:brush xml:id="br0">
      <inkml:brushProperty name="width" value="0.1" units="cm"/>
      <inkml:brushProperty name="height" value="0.1" units="cm"/>
      <inkml:brushProperty name="color" value="#347042"/>
    </inkml:brush>
  </inkml:definitions>
  <inkml:trace contextRef="#ctx0" brushRef="#br0">6415 1 6553,'1'0'7445,"4"1"-7570,40 12 325,-2 1 0,1 3-1,60 32 1,-87-40 207,-1 1-1,-1 0 1,0 1 0,0 1 0,-1 1 0,-1 0-1,0 1 1,0 0 0,-2 1 0,0 0-1,16 29 1,-17-23 66,-2-1-1,0 1 1,-1 1-1,-1-1 1,-1 1-1,-1 0 1,-1 1-1,0 24 1,-3-18-308,-1-1 1,-2 0-1,-1 0 1,-1 0-1,-17 51 0,6-36-192,-3 0-1,-1-1 0,-2-1 0,-2-2 0,-1 0 0,-3-1 0,-55 60 0,5-21 28,-3-4 0,-3-3 0,-4-3 0,-171 97 0,78-68 0,-318 118 0,298-142 0,-4-9 0,-1-9 0,-314 40 0,107-60 0,-3-18 0,-11 1 0,280-7 0,0 6 0,-196 47 0,258-40 0,-135 56 0,158-51 0,1 2 0,-97 67 0,115-65 0,2 1 0,1 3 0,1 1 0,2 2 0,2 1 0,-41 62 0,44-52 0,2 1 0,2 2 0,3 0 0,2 2 0,-24 89 0,33-88 0,2 2 0,3-1 0,2 1 0,3 0 0,6 98 0,3-104 0,1-1 0,3 0 0,3-1 0,1 0 0,3-1 0,36 79 0,-31-86 0,2-2 0,2 0 0,1-1 0,2-1 0,66 66 0,-63-75 0,1-2 0,1-1 0,1-1 0,1-2 0,2-1 0,72 31 0,-52-33 12,1-1 1,1-3-1,0-3 0,102 9 0,-45-15-388,176-11 0,205-60-9966,-8-53 4671,-8-35 3674,-8-17 2676,74-35-679,390-138 0,16 53 0,-564 207 889,5 37 5631,-27 37 434,-1 37-3792,-274-14-2783,172 52 0,-195-43-466,0 3 0,128 71 0,-136-60 87,-2 2 0,-1 3 0,-2 2 0,-2 3 0,-3 2 0,78 97 0,-91-97 0,-2 3 0,-3 0 0,-2 3 0,-3 0 0,-2 2 0,-3 1 0,30 117 0,-38-103 0,-3 1 0,-4 1 0,-1 126 0,-12-105 0,-3-1 0,-31 137 0,7-105 0,-60 158 0,-80 105 0,-131 144 0,-31-17 0,-29 44 0,160-209 0,148-245 0,-55 154 0,91-208 0,3 2 0,-11 70 0,23-101 0,1 0 0,1 0 0,2 1 0,0-1 0,2 0 0,0 1 0,11 42 0,-9-54 0,1 0 0,-1-1 0,2 0 0,0 0 0,1 0 0,0-1 0,0 0 0,1 0 0,12 12 0,-8-11 0,1-1 0,0 0 0,1-1 0,0-1 0,0 0 0,25 11 0,-5-7 0,-1-1 0,2-2 0,-1-2 0,1-1 0,1-1 0,49 1 0,-25-6-117,80-7 1,-54-4-2363,126-32 1,269-112-8124,-456 145 10240,367-135-1618,361-120 2092,-629 227 731,142-21 0,-194 47 669,1 3 0,0 3 0,108 8 0,-154-1-927,0 2 0,0 0 0,0 2 1,-1 1-1,0 2 0,30 13 0,-34-12 11,-1 2 0,-1 0 0,0 1 1,0 2-1,-2 0 0,1 0 0,20 25 0,-15-11-402,-1 1-1,-1 2 1,-2 0-1,-1 1 0,-1 1 1,-2 1-1,20 62 1,-15-20-236,-3 0 1,15 135-1,-21-61 42,-7 0 0,-6 0 0,-7 0 0,-6 0 0,-7-2 0,-6 0 0,-55 168 0,5-84 0,-10-3 0,-10-4 0,-9-4 0,-182 278 0,124-258 0,-10-6 0,-10-9 0,-283 272 0,-58-46 0,364-335 0,-256 142 0,315-206 0,-3-4 0,-1-5 0,-3-4 0,-1-5 0,-2-5 0,-154 22 0,119-36-1815,0-7-1,-1-6 0,-176-19 0,142-5-769,2-9 1,-210-61-1,160 19 209,-264-119 0,-190-154 4123,50-36-1747,13 7 0,-85 10 0,564 303 0,-3 6 0,-2 6 0,-172-32 0,187 57 2079,-1 6-1,0 6 0,-1 6 0,1 6 0,-1 5 1,-146 27-1,160-10-564,2 4 1,-166 63-1,181-49-1870,2 5 0,-178 109-1,210-109 357,2 3 0,2 3 0,2 3 0,3 2 0,3 3 0,-66 88 0,87-98 0,2 1 0,3 3 0,2 0 0,2 2 0,3 0 0,2 2 0,3 1 0,2 0 0,-10 70 0,20-72 0,3 1 0,2-1 0,2 0 0,3 0 0,2 1 0,3-2 0,3 1 0,20 66 0,-8-56 0,2-1 0,3-1 0,3-2 0,3-1 0,2-1 0,59 73 0,-24-48 0,4-4 0,3-2 0,4-5 0,161 116 0,-69-76 0,308 151 0,249 44 0,27-75 0,18-59 0,9-45 0,692 60 0,-281-39 0,-398-20 0,-622-92 0,-2 7 0,246 103 0,-349-120 0,-2 4 0,-1 3 0,-2 3 0,88 69 0,-121-81 0,-2 1 0,-1 2 0,45 58 0,-56-62 0,-1 1 0,-1 1 0,-2 0 0,-1 1 0,15 46 0,-20-44 0,-1 0 0,-2 0 0,-1 1 0,-1-1 0,-2 57 0,-5-45 0,-1 1 0,-2-2 0,-21 73 0,7-50 0,-51 107 0,-47 48 0,80-160 0,-2-1 0,-74 83 0,30-58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7:14:13.184"/>
    </inkml:context>
    <inkml:brush xml:id="br0">
      <inkml:brushProperty name="width" value="0.1" units="cm"/>
      <inkml:brushProperty name="height" value="0.1" units="cm"/>
      <inkml:brushProperty name="color" value="#347042"/>
    </inkml:brush>
  </inkml:definitions>
  <inkml:trace contextRef="#ctx0" brushRef="#br0">515 371 6553,'0'0'0,"0"0"0,0 0 0,0 0 0,-18-23 0,-12-16 0,-5-6 0,-1 2 0,0 3 0,1 5 0,-2 3 0,-2 4 0,-6 3 0,-8 2 0,-5 5 0,5 6 0,13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7:19:05.022"/>
    </inkml:context>
    <inkml:brush xml:id="br0">
      <inkml:brushProperty name="width" value="0.1" units="cm"/>
      <inkml:brushProperty name="height" value="0.1" units="cm"/>
      <inkml:brushProperty name="color" value="#347042"/>
    </inkml:brush>
  </inkml:definitions>
  <inkml:trace contextRef="#ctx0" brushRef="#br0">3008 62 6553,'6'-2'0,"35"-12"3,0 1 0,1 3 0,57-8 0,-75 16 406,0 0 0,0 2 0,0 0-1,0 2 1,0 0 0,-1 2 0,43 12 0,-44-9 82,-1 1 0,0 2-1,-1-1 1,0 2 0,0 1 0,-1 1 0,-1 0 0,0 1 0,-1 1-1,-1 1 1,0 0 0,-1 1 0,0 0 0,-2 2 0,0 0 0,-1 0-1,-1 1 1,-1 0 0,-1 1 0,-1 0 0,0 1 0,8 39 0,-13-36-169,0 0 1,-2 1 0,0 0 0,-2-1-1,-1 1 1,-1-1 0,-1 0-1,-1 0 1,-1 0 0,-10 26 0,2-17-338,-2 0 1,-1 0 0,-1-2-1,-1 0 1,-3-2 0,-32 39-1,5-16 15,-3-2 0,-2-2 0,-1-3 0,-73 45 0,10-17 0,-155 71 0,-281 76 0,-20-58 0,399-120 0,-196 50 0,11 27 0,292-91 0,1 2 0,2 4 0,1 2 0,-65 51 0,89-56 0,1 1 0,1 3 0,2 0 0,2 3 0,1 0 0,-48 78 0,54-69 0,2 2 0,2 0 0,3 2 0,1 0 0,-17 82 0,24-67 0,3 0 0,2 1 0,3 0 0,6 73 0,7-47 0,3 0 0,5-1 0,3-1 0,5-1 0,3-1 0,74 157 0,-41-127 0,6-2 0,4-4 0,168 204 0,-134-201 0,5-3 0,5-6 0,140 102 0,-143-130 0,3-4 0,4-6 0,3-5 0,236 90 0,-234-113 0,1-6 0,2-5 0,1-6 0,1-5 0,161 3 0,-155-22-2268,-1-5 0,1-7 0,-1-5 0,-1-6 0,186-56 0,-196 37-341,218-103-1,-230 86 3013,206-145-1,-218 126-402,-4-3 0,-3-5 0,-4-3 0,-3-4 0,136-196 0,-164 198 0,-4-1 0,68-164 0,-89 170 0,-3-2 0,-4-1 0,19-126 0,-18-63 0,-16 0 0,1-9 0,17 2 0,-14 201 0,4 0 0,3 2 0,3 0 0,57-125 0,-59 162 0,1 0 0,3 2 0,1 0 0,2 2 0,2 1 0,1 2 0,2 1 0,1 1 0,50-37 0,-37 39 102,2 2-1,1 3 1,1 1 0,2 3-1,0 2 1,1 3-1,86-19 1,-61 22 1671,1 4 0,0 3 1,0 4-1,150 10 0,-155 3 142,1 3-1,76 22 0,-86-14-1127,-1 3 0,92 44-1,-107-40-759,0 2 0,-2 2-1,-2 2 1,-1 2 0,-1 3-1,-2 1 1,-2 2 0,65 81-1,-71-71-26,-1 1 0,-3 2 0,-2 2 0,-2 0 0,28 87 0,-27-52 0,-5 1 0,22 179 0,-21 14 0,5 42 0,-16-231 0,34 129 0,-34-180 0,2 0 0,1-1 0,3-1 0,1-1 0,2 0 0,2-2 0,37 49 0,-39-62 0,0-1 0,2-1 0,1-1 0,0-1 0,2-1 0,0-2 0,1 0 0,2-2 0,-1-1 0,55 20 0,-40-22-2,1-2 0,0-2 0,1-1 0,1-3-1,57 0 1,-28-6-1133,0-3-1,108-19 1,-133 13 35,-1-2 0,90-32 1,-96 24 1009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7:19:50.953"/>
    </inkml:context>
    <inkml:brush xml:id="br0">
      <inkml:brushProperty name="width" value="0.1" units="cm"/>
      <inkml:brushProperty name="height" value="0.1" units="cm"/>
      <inkml:brushProperty name="color" value="#C5F1D9"/>
    </inkml:brush>
  </inkml:definitions>
  <inkml:trace contextRef="#ctx0" brushRef="#br0">2571 1 6553,'3'2'10928,"1"0"-10059,194 129 377,53 37 1925,-14 20-1363,-193-147-1808,-1 2 0,-2 2 0,-2 2 0,52 82 0,-74-101 0,-2 0 0,-1 1 0,-1 1 0,-2 0 0,-1 0 0,-1 1 0,-2 1 0,-1-1 0,-1 1 0,0 46 0,-5-47 0,-2 0 0,-2 0 0,-1 0 0,-1 0 0,-18 52 0,10-44 0,-3-1 0,-1-1 0,-41 64 0,22-49 0,-80 86 0,-59 29 0,36-53 0,-5-6 0,-5-6 0,-165 83 0,79-67 0,-360 128 0,200-121 0,57-19 0,278-85 0,0 3 0,2 3 0,1 3 0,-86 58 0,109-63 0,1 2 0,1 2 0,2 0 0,1 3 0,1 0 0,2 2 0,-43 69 0,44-55 0,3 1 0,1 1 0,3 1 0,2 1 0,2 1 0,-15 104 0,23-88 0,2 0 0,4 0 0,2 1 0,4-1 0,14 72 0,-10-93 0,3 0 0,2-1 0,2-1 0,2 0 0,1-1 0,3-2 0,2 0 0,1-1 0,3-1 0,1-2 0,1-1 0,3-1 0,1-1 0,71 56 0,-48-50 0,2-3 0,1-3 0,1-3 0,2-2 0,2-3 0,0-2 0,77 18 0,-40-20 0,1-4 0,1-4 0,1-5 0,116-3 0,-120-9-1944,1-5 0,-1-5-1,190-44 1,-223 36 518,-1-3 1,-1-3-1,-1-3 1,-1-3-1,-2-2 1,87-62-1,-90 50 1365,-3-2-1,-2-3 1,58-68 0,-47 38 38,93-148 1,27-109 58,-22-10-37,-140 296-10,26-56 11,157-323 0,-157 343 0,2 1 0,111-136 0,-123 178 73,2 2-1,1 2 1,2 2-1,2 1 1,2 3-1,0 2 1,3 2-1,0 2 1,2 3-1,0 2 0,87-25 1,-88 34 651,0 3 0,1 2-1,0 2 1,0 3 0,72 3 0,-77 4 440,-1 2 1,0 2-1,0 3 0,-1 1 1,-1 2-1,60 26 0,-54-15 125,0 2-1,69 48 0,-69-37-1049,-3 2 1,-1 2 0,-2 2-1,44 53 1,-45-40-298,-3 1 0,-1 2 1,-4 2-1,-2 1 1,-3 1-1,45 134 0,-46-88 58,-4 1 0,18 186 0,-17 230 0,-24-287 0,0 45 0,16 0 0,-8-198 0,28 104 0,-22-130 0,2-1 0,42 87 0,-44-111 0,2 0 0,2-2 0,0 0 0,3-2 0,0 0 0,2-2 0,2-1 0,0-1 0,2-1 0,0-1 0,2-2 0,1-1 0,0-2 0,2-1 0,0-2 0,1-1 0,60 17 0,-55-23-164,1-1-1,-1-2 0,1-2 1,1-2-1,-1-2 0,1-1 1,-1-2-1,0-3 1,52-11-1,-55 7-566,-2-2 0,0-2 0,0-1 0,-1-2 0,-1-1 1,-1-2-1,-1-1 0,0-2 0,-1-1 0,32-32 0,-36 28-232,-2 0 0,-1-2 0,41-61 0,-55 73 574,-1-1-1,-1 0 1,0-1-1,-1 0 0,-1-1 1,-1 1-1,-1-1 0,5-37 1,-9 20 299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7:20:11.089"/>
    </inkml:context>
    <inkml:brush xml:id="br0">
      <inkml:brushProperty name="width" value="0.1" units="cm"/>
      <inkml:brushProperty name="height" value="0.1" units="cm"/>
      <inkml:brushProperty name="color" value="#C5F1D9"/>
    </inkml:brush>
  </inkml:definitions>
  <inkml:trace contextRef="#ctx0" brushRef="#br0">1 266 6553,'2'0'0,"0"0"0,1-1 0,-1 0 0,0 1 0,0-1 0,0 0 0,0 0 0,3-2 0,5-2 0,195-63 0,8 16 0,310-43 614,-357 75 2693,202 3 1,-312 18-2064,0 2 0,1 3 0,63 14 0,-89-12-581,0 1 0,-1 1-1,0 2 1,-1 1 0,0 1 0,-1 1 0,27 21-1,-30-17-599,0 1-1,-2 1 0,-1 1 0,0 1 0,-2 1 0,-1 1 0,0 1 0,15 30 0,-16-22-68,-3 0 0,0 0-1,-2 2 1,-2-1 0,-2 2 0,9 55-1,-10-13 7,-3 1 0,-4 0 0,-15 136 0,-61 232 0,13-105 0,48-240 0,0 142 0,16-176 0,4 0 0,2 0 0,3 0 0,4-2 0,2 0 0,3 0 0,3-2 0,3-1 0,57 102 0,-69-141 0,2-1 0,1 0 0,0-1 0,34 33 0,-39-45 0,1 0 0,0 0 0,1-2 0,0 1 0,0-2 0,1 0 0,0-1 0,0 0 0,23 6 0,-11-7-229,0-1 0,-1-1 0,2-2 1,-1 0-1,0-2 0,37-4 0,3-5-1996,91-24 0,67-33-2203,45-11 1017,-224 68 4045,0 1 0,0 2-1,95 1 1,-126 6-381,0 0 0,0 1 1,0 0-1,0 2 0,0 0 0,-1 0 0,0 1 0,0 1 1,16 9-1,-21-10-26,0 1 1,0 1-1,-1 0 0,1 0 1,-2 0-1,1 1 1,-1 0-1,0 1 0,-1 0 1,0 0-1,0 0 1,-1 1-1,6 14 0,-4-2 336,0-1 0,-2 1 0,0 0 0,-2 0 0,2 42 0,-12 115 1665,4-141-2193,-6 73-35,4-77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7:20:21.980"/>
    </inkml:context>
    <inkml:brush xml:id="br0">
      <inkml:brushProperty name="width" value="0.1" units="cm"/>
      <inkml:brushProperty name="height" value="0.1" units="cm"/>
      <inkml:brushProperty name="color" value="#347042"/>
    </inkml:brush>
  </inkml:definitions>
  <inkml:trace contextRef="#ctx0" brushRef="#br0">0 133 6553,'61'-1'0,"114"-20"0,56-28 0,-98 19 0,-78 19 1022,1 2 0,1 2 0,0 3 0,88 5 0,-127 0-654,-1 2-1,1 0 1,-1 1 0,0 0 0,0 1-1,-1 1 1,0 1 0,17 9 0,-23-9-79,1-1 1,-1 2-1,0-1 1,-1 1-1,0 1 1,0 0-1,-1 0 1,0 1-1,0 0 1,-1 0 0,-1 1-1,7 12 1,-5-3 295,-1 0 1,0 1-1,-2 0 0,0 0 1,-1 1-1,-2-1 1,1 33-1,-4 5-7,-12 89-1,-77 291-577,-4 31 0,87-406 0,2 0 0,4 1 0,10 108 0,-4-139 0,1-1 0,2 0 0,1-1 0,1 0 0,2 0 0,1-1 0,2 0 0,33 51 0,-29-56 0,1-1 0,1-2 0,1 0 0,1-1 0,1-1 0,1-1 0,1-2 0,34 20 0,30 9 0,118 44 0,-39-18 0,132 89 0,-11 21 0,-152-94 0,-80-52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055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12715"/>
            <a:ext cx="8151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MoveWell:</a:t>
            </a:r>
            <a:endParaRPr lang="en-US" sz="5550" dirty="0"/>
          </a:p>
        </p:txBody>
      </p:sp>
      <p:sp>
        <p:nvSpPr>
          <p:cNvPr id="3" name="Text 1"/>
          <p:cNvSpPr/>
          <p:nvPr/>
        </p:nvSpPr>
        <p:spPr>
          <a:xfrm>
            <a:off x="496119" y="3411364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i="1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AI-Powered Intelligent Rehabilitation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6119" y="3978325"/>
            <a:ext cx="8151763" cy="56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exercise assessment and remote patient monitoring — bridging the gap between clinical guidance and home-based recovery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22F7A0-B307-B580-1A7A-CA05186FD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38" y="6344965"/>
            <a:ext cx="1657362" cy="5048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91F3F4B-10DE-B700-C283-B24D289AA3B3}"/>
                  </a:ext>
                </a:extLst>
              </p14:cNvPr>
              <p14:cNvContentPartPr/>
              <p14:nvPr/>
            </p14:nvContentPartPr>
            <p14:xfrm>
              <a:off x="4517018" y="168104"/>
              <a:ext cx="4105800" cy="70372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91F3F4B-10DE-B700-C283-B24D289AA3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99378" y="150464"/>
                <a:ext cx="4141440" cy="707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6B8CC3A-8CEA-B072-90B3-F476E0D38002}"/>
                  </a:ext>
                </a:extLst>
              </p14:cNvPr>
              <p14:cNvContentPartPr/>
              <p14:nvPr/>
            </p14:nvContentPartPr>
            <p14:xfrm>
              <a:off x="5639858" y="170624"/>
              <a:ext cx="3899520" cy="6741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6B8CC3A-8CEA-B072-90B3-F476E0D380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22218" y="152624"/>
                <a:ext cx="3935160" cy="67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06F5D18-8727-4D73-99ED-354AC9154224}"/>
                  </a:ext>
                </a:extLst>
              </p14:cNvPr>
              <p14:cNvContentPartPr/>
              <p14:nvPr/>
            </p14:nvContentPartPr>
            <p14:xfrm>
              <a:off x="-515782" y="3024344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06F5D18-8727-4D73-99ED-354AC91542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533422" y="300670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AC51272-EB9F-81CB-0DC6-950AFF276F67}"/>
                  </a:ext>
                </a:extLst>
              </p14:cNvPr>
              <p14:cNvContentPartPr/>
              <p14:nvPr/>
            </p14:nvContentPartPr>
            <p14:xfrm>
              <a:off x="4565258" y="174584"/>
              <a:ext cx="4434840" cy="6976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AC51272-EB9F-81CB-0DC6-950AFF276F6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47618" y="156944"/>
                <a:ext cx="4470480" cy="701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A0DA110-5BA9-00C7-F767-0C3B2B7BB7A5}"/>
                  </a:ext>
                </a:extLst>
              </p14:cNvPr>
              <p14:cNvContentPartPr/>
              <p14:nvPr/>
            </p14:nvContentPartPr>
            <p14:xfrm>
              <a:off x="6685298" y="38864"/>
              <a:ext cx="185760" cy="1339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A0DA110-5BA9-00C7-F767-0C3B2B7BB7A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67298" y="21224"/>
                <a:ext cx="221400" cy="169560"/>
              </a:xfrm>
              <a:prstGeom prst="rect">
                <a:avLst/>
              </a:prstGeom>
            </p:spPr>
          </p:pic>
        </mc:Fallback>
      </mc:AlternateContent>
      <p:pic>
        <p:nvPicPr>
          <p:cNvPr id="36" name="Picture 35">
            <a:extLst>
              <a:ext uri="{FF2B5EF4-FFF2-40B4-BE49-F238E27FC236}">
                <a16:creationId xmlns:a16="http://schemas.microsoft.com/office/drawing/2014/main" id="{05B413F0-423E-723D-E640-D1443F1697C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-68056"/>
            <a:ext cx="9144000" cy="69260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659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Problem We're Solving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72680"/>
            <a:ext cx="2968154" cy="29681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4911" y="1673944"/>
            <a:ext cx="48376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Current Challenges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8043" y="2061939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75609" y="2054870"/>
            <a:ext cx="437696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Patients perform exercises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incorrectly at home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no real-time correction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8043" y="2799085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75609" y="2792016"/>
            <a:ext cx="43769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Existing apps count repetitions but ignore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movement quality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8043" y="3514948"/>
            <a:ext cx="212601" cy="21260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275609" y="3507879"/>
            <a:ext cx="43769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Physiotherapists cannot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monitor patients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between visits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8043" y="4230812"/>
            <a:ext cx="212601" cy="21260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275609" y="4223742"/>
            <a:ext cx="43769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follow-ups reduce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treatment efficiency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adherence</a:t>
            </a:r>
            <a:endParaRPr lang="en-US" sz="1100" dirty="0"/>
          </a:p>
        </p:txBody>
      </p:sp>
      <p:sp>
        <p:nvSpPr>
          <p:cNvPr id="13" name="Shape 6"/>
          <p:cNvSpPr/>
          <p:nvPr/>
        </p:nvSpPr>
        <p:spPr>
          <a:xfrm>
            <a:off x="3814911" y="4815557"/>
            <a:ext cx="4837658" cy="1006376"/>
          </a:xfrm>
          <a:prstGeom prst="roundRect">
            <a:avLst>
              <a:gd name="adj" fmla="val 12678"/>
            </a:avLst>
          </a:prstGeom>
          <a:solidFill>
            <a:srgbClr val="DDEEE0"/>
          </a:solidFill>
          <a:ln/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670" y="5021089"/>
            <a:ext cx="177180" cy="14175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275609" y="4978524"/>
            <a:ext cx="423520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Objective:</a:t>
            </a: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Detect exercises in real time, validate posture, provide instant feedback, and enable remote rehabilitation through integrated portals.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7108BF-A97E-A92F-87F5-6D20196A3F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6638" y="6353171"/>
            <a:ext cx="1657362" cy="5048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460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Research Landscape &amp; Gap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61108"/>
            <a:ext cx="8151763" cy="4862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AE644-E959-D7E4-1A90-3DD603E8B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38" y="6353171"/>
            <a:ext cx="1657362" cy="504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8B5F1A-9974-1711-03E5-46B1F2E8D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231259"/>
            <a:ext cx="8113546" cy="51560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107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Proposed Methodology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9758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MoveWell's pipeline flows from clinician-assigned plans through real-time AI assessment to structured reporting and review.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110680"/>
            <a:ext cx="2622724" cy="1610692"/>
          </a:xfrm>
          <a:prstGeom prst="roundRect">
            <a:avLst>
              <a:gd name="adj" fmla="val 7921"/>
            </a:avLst>
          </a:prstGeom>
          <a:solidFill>
            <a:srgbClr val="E8F3E8"/>
          </a:solidFill>
          <a:ln/>
        </p:spPr>
      </p:sp>
      <p:sp>
        <p:nvSpPr>
          <p:cNvPr id="5" name="Shape 3"/>
          <p:cNvSpPr/>
          <p:nvPr/>
        </p:nvSpPr>
        <p:spPr>
          <a:xfrm>
            <a:off x="1594842" y="2252439"/>
            <a:ext cx="425276" cy="425276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1821" y="2369344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877" y="281947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Doctor Portal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3125986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Assign exercise plan and schedule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0601" y="2110680"/>
            <a:ext cx="2622724" cy="1610692"/>
          </a:xfrm>
          <a:prstGeom prst="roundRect">
            <a:avLst>
              <a:gd name="adj" fmla="val 7921"/>
            </a:avLst>
          </a:prstGeom>
          <a:solidFill>
            <a:srgbClr val="E8F3E8"/>
          </a:solidFill>
          <a:ln/>
        </p:spPr>
      </p:sp>
      <p:sp>
        <p:nvSpPr>
          <p:cNvPr id="10" name="Shape 7"/>
          <p:cNvSpPr/>
          <p:nvPr/>
        </p:nvSpPr>
        <p:spPr>
          <a:xfrm>
            <a:off x="4359325" y="2252439"/>
            <a:ext cx="425276" cy="425276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6304" y="2369344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2360" y="281947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Patient Dashboard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02360" y="3125986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Live camera capture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25083" y="2110680"/>
            <a:ext cx="2622724" cy="1610692"/>
          </a:xfrm>
          <a:prstGeom prst="roundRect">
            <a:avLst>
              <a:gd name="adj" fmla="val 7921"/>
            </a:avLst>
          </a:prstGeom>
          <a:solidFill>
            <a:srgbClr val="E8F3E8"/>
          </a:solidFill>
          <a:ln/>
        </p:spPr>
      </p:sp>
      <p:sp>
        <p:nvSpPr>
          <p:cNvPr id="15" name="Shape 11"/>
          <p:cNvSpPr/>
          <p:nvPr/>
        </p:nvSpPr>
        <p:spPr>
          <a:xfrm>
            <a:off x="7123807" y="2252439"/>
            <a:ext cx="425276" cy="425276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0786" y="2369344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66842" y="281947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MediaPipe Pose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66842" y="3125986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Estimation and skeleton extraction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6119" y="3863132"/>
            <a:ext cx="2622724" cy="1837506"/>
          </a:xfrm>
          <a:prstGeom prst="roundRect">
            <a:avLst>
              <a:gd name="adj" fmla="val 6944"/>
            </a:avLst>
          </a:prstGeom>
          <a:solidFill>
            <a:srgbClr val="E8F3E8"/>
          </a:solidFill>
          <a:ln/>
        </p:spPr>
      </p:sp>
      <p:sp>
        <p:nvSpPr>
          <p:cNvPr id="20" name="Shape 15"/>
          <p:cNvSpPr/>
          <p:nvPr/>
        </p:nvSpPr>
        <p:spPr>
          <a:xfrm>
            <a:off x="1594842" y="4004890"/>
            <a:ext cx="425276" cy="425276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1821" y="4121795"/>
            <a:ext cx="191319" cy="1913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7877" y="4571926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Joint Angle Analysis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7877" y="4878437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Exercise quality assessment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60601" y="3863132"/>
            <a:ext cx="2622724" cy="1837506"/>
          </a:xfrm>
          <a:prstGeom prst="roundRect">
            <a:avLst>
              <a:gd name="adj" fmla="val 6944"/>
            </a:avLst>
          </a:prstGeom>
          <a:solidFill>
            <a:srgbClr val="E8F3E8"/>
          </a:solidFill>
          <a:ln/>
        </p:spPr>
      </p:sp>
      <p:sp>
        <p:nvSpPr>
          <p:cNvPr id="25" name="Shape 19"/>
          <p:cNvSpPr/>
          <p:nvPr/>
        </p:nvSpPr>
        <p:spPr>
          <a:xfrm>
            <a:off x="4359325" y="4004890"/>
            <a:ext cx="425276" cy="425276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76304" y="4121795"/>
            <a:ext cx="191319" cy="1913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02360" y="4571926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Feedback &amp; Reps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402360" y="4878437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Correct posture → count rep; Incorrect → instant feedback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25083" y="3863132"/>
            <a:ext cx="2622724" cy="1837506"/>
          </a:xfrm>
          <a:prstGeom prst="roundRect">
            <a:avLst>
              <a:gd name="adj" fmla="val 6944"/>
            </a:avLst>
          </a:prstGeom>
          <a:solidFill>
            <a:srgbClr val="E8F3E8"/>
          </a:solidFill>
          <a:ln/>
        </p:spPr>
      </p:sp>
      <p:sp>
        <p:nvSpPr>
          <p:cNvPr id="30" name="Shape 23"/>
          <p:cNvSpPr/>
          <p:nvPr/>
        </p:nvSpPr>
        <p:spPr>
          <a:xfrm>
            <a:off x="7123807" y="4004890"/>
            <a:ext cx="425276" cy="425276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40786" y="4121795"/>
            <a:ext cx="191319" cy="1913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66842" y="4571926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Reporting &amp; Review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166842" y="4878437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 metrics, generate weekly reports, doctor review and appointment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96119" y="586010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Only correctly performed repetitions are counted, ensuring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quality over quantity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 every rehabilitation session.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3FA8DF9-2E3F-AE2D-5384-EB9F05B6B3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638" y="6353171"/>
            <a:ext cx="1657362" cy="5048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312" y="25855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System Architecture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06550"/>
            <a:ext cx="8151763" cy="370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1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B51479-9260-1505-6830-762C55A8E54D}"/>
              </a:ext>
            </a:extLst>
          </p:cNvPr>
          <p:cNvGrpSpPr/>
          <p:nvPr/>
        </p:nvGrpSpPr>
        <p:grpSpPr>
          <a:xfrm>
            <a:off x="534218" y="5187832"/>
            <a:ext cx="8151688" cy="1256794"/>
            <a:chOff x="496119" y="5069384"/>
            <a:chExt cx="8151688" cy="1308571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5069384"/>
              <a:ext cx="2622724" cy="1308571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733127" y="5230192"/>
              <a:ext cx="2224906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405449"/>
                  </a:solidFill>
                  <a:latin typeface="Fraunces ExtraBold" pitchFamily="34" charset="0"/>
                  <a:ea typeface="Fraunces ExtraBold" pitchFamily="34" charset="-122"/>
                  <a:cs typeface="Fraunces ExtraBold" pitchFamily="34" charset="-120"/>
                </a:rPr>
                <a:t>Doctor Portal</a:t>
              </a:r>
              <a:endParaRPr lang="en-US" sz="13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733127" y="5536704"/>
              <a:ext cx="2224906" cy="680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Assign plans, set schedules, monitor reports, manage appointments</a:t>
              </a:r>
              <a:endParaRPr lang="en-US" sz="1100" dirty="0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60601" y="5069384"/>
              <a:ext cx="2622724" cy="1308571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3497610" y="5230192"/>
              <a:ext cx="2224906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405449"/>
                  </a:solidFill>
                  <a:latin typeface="Fraunces ExtraBold" pitchFamily="34" charset="0"/>
                  <a:ea typeface="Fraunces ExtraBold" pitchFamily="34" charset="-122"/>
                  <a:cs typeface="Fraunces ExtraBold" pitchFamily="34" charset="-120"/>
                </a:rPr>
                <a:t>AI Engine</a:t>
              </a:r>
              <a:endParaRPr lang="en-US" sz="135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3497610" y="5536704"/>
              <a:ext cx="2224906" cy="680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Pose estimation, joint angle calculation, exercise recognition, real-time feedback</a:t>
              </a:r>
              <a:endParaRPr lang="en-US" sz="1100" dirty="0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25083" y="5069384"/>
              <a:ext cx="2622724" cy="1308571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6262092" y="5230192"/>
              <a:ext cx="2224906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405449"/>
                  </a:solidFill>
                  <a:latin typeface="Fraunces ExtraBold" pitchFamily="34" charset="0"/>
                  <a:ea typeface="Fraunces ExtraBold" pitchFamily="34" charset="-122"/>
                  <a:cs typeface="Fraunces ExtraBold" pitchFamily="34" charset="-120"/>
                </a:rPr>
                <a:t>Patient Portal</a:t>
              </a:r>
              <a:endParaRPr lang="en-US" sz="135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6262092" y="5536704"/>
              <a:ext cx="2224906" cy="680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Daily schedule, live AI-guided exercise, progress tracking, doctor recommendations</a:t>
              </a:r>
              <a:endParaRPr lang="en-US" sz="1100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0FAB23A-A75B-73AC-1B78-0A09559C6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638" y="6463011"/>
            <a:ext cx="1657362" cy="3949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21C181-7771-7B65-7A25-38DE68D72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830" y="701538"/>
            <a:ext cx="7250339" cy="4331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562" y="0"/>
            <a:ext cx="3554437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8229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Expected Outcomes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837879"/>
            <a:ext cx="2290465" cy="2326407"/>
          </a:xfrm>
          <a:prstGeom prst="roundRect">
            <a:avLst>
              <a:gd name="adj" fmla="val 5571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979637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Patients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286149"/>
            <a:ext cx="2006947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Correct rehabilitation exercises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Faster recovery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Better adherence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Instant AI guidance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837879"/>
            <a:ext cx="2290539" cy="2326407"/>
          </a:xfrm>
          <a:prstGeom prst="roundRect">
            <a:avLst>
              <a:gd name="adj" fmla="val 557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979637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Physiotherapists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286149"/>
            <a:ext cx="2007022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Remote patient monitoring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Weekly rehabilitation reports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Reduced manual follow-ups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Better clinical decisions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4306044"/>
            <a:ext cx="4722763" cy="1369591"/>
          </a:xfrm>
          <a:prstGeom prst="roundRect">
            <a:avLst>
              <a:gd name="adj" fmla="val 9316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4447803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Healthcare System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4754314"/>
            <a:ext cx="4439245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Improved rehabilitation outcomes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Scalable home-based physiotherapy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Reduced unnecessary hospital visits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CFC403-A6CE-961B-FE5B-EBD6A980A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638" y="6564923"/>
            <a:ext cx="1657362" cy="2930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9563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 &amp; Future Scope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92982"/>
            <a:ext cx="23733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556197"/>
            <a:ext cx="2801126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MoveWell combines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Computer Vision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AI-based movement assessment, and rehabilitation management into a single intelligent platform. By validating exercise quality in real time and enabling continuous doctor-patient interaction, it supports more </a:t>
            </a: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effective and accessible home-based rehabilitation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7DF5FE8-E501-AB57-C969-A7E16F516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38" y="6353171"/>
            <a:ext cx="1657362" cy="50482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09DCF87-A72F-17D9-ECD5-06762764387B}"/>
              </a:ext>
            </a:extLst>
          </p:cNvPr>
          <p:cNvGrpSpPr/>
          <p:nvPr/>
        </p:nvGrpSpPr>
        <p:grpSpPr>
          <a:xfrm>
            <a:off x="3891830" y="2192982"/>
            <a:ext cx="4760739" cy="3296889"/>
            <a:chOff x="3220120" y="2192982"/>
            <a:chExt cx="5432450" cy="3296889"/>
          </a:xfrm>
        </p:grpSpPr>
        <p:sp>
          <p:nvSpPr>
            <p:cNvPr id="5" name="Text 3"/>
            <p:cNvSpPr/>
            <p:nvPr/>
          </p:nvSpPr>
          <p:spPr>
            <a:xfrm>
              <a:off x="3220120" y="2192982"/>
              <a:ext cx="5432450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3B4540"/>
                  </a:solidFill>
                  <a:latin typeface="Fraunces ExtraBold" pitchFamily="34" charset="0"/>
                  <a:ea typeface="Fraunces ExtraBold" pitchFamily="34" charset="-122"/>
                  <a:cs typeface="Fraunces ExtraBold" pitchFamily="34" charset="-120"/>
                </a:rPr>
                <a:t>Future Scope</a:t>
              </a:r>
              <a:endParaRPr lang="en-US" sz="13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220120" y="2573908"/>
              <a:ext cx="283518" cy="1771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Franklin Gothic Heavy" panose="020B0903020102020204" pitchFamily="34" charset="0"/>
                  <a:ea typeface="Fraunces Light" pitchFamily="34" charset="-122"/>
                  <a:cs typeface="Fraunces Light" pitchFamily="34" charset="-120"/>
                </a:rPr>
                <a:t>01</a:t>
              </a:r>
              <a:endParaRPr lang="en-US" sz="1100" dirty="0">
                <a:latin typeface="Franklin Gothic Heavy" panose="020B0903020102020204" pitchFamily="34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3220120" y="2795811"/>
              <a:ext cx="2645346" cy="19050"/>
            </a:xfrm>
            <a:prstGeom prst="rect">
              <a:avLst/>
            </a:prstGeom>
            <a:solidFill>
              <a:srgbClr val="438951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3220120" y="2904753"/>
              <a:ext cx="2645346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Personalized AI rehabilitation plans based on patient progress</a:t>
              </a:r>
              <a:endParaRPr lang="en-US" sz="11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007224" y="2573908"/>
              <a:ext cx="283518" cy="1771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Franklin Gothic Heavy" panose="020B0903020102020204" pitchFamily="34" charset="0"/>
                  <a:ea typeface="Fraunces Light" pitchFamily="34" charset="-122"/>
                </a:rPr>
                <a:t>02</a:t>
              </a:r>
            </a:p>
          </p:txBody>
        </p:sp>
        <p:sp>
          <p:nvSpPr>
            <p:cNvPr id="10" name="Shape 8"/>
            <p:cNvSpPr/>
            <p:nvPr/>
          </p:nvSpPr>
          <p:spPr>
            <a:xfrm>
              <a:off x="6007224" y="2795811"/>
              <a:ext cx="2645346" cy="19050"/>
            </a:xfrm>
            <a:prstGeom prst="rect">
              <a:avLst/>
            </a:prstGeom>
            <a:solidFill>
              <a:srgbClr val="438951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6007224" y="2904753"/>
              <a:ext cx="2645346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Severity scoring and recovery prediction using Machine Learning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220120" y="3606403"/>
              <a:ext cx="283518" cy="1771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Franklin Gothic Heavy" panose="020B0903020102020204" pitchFamily="34" charset="0"/>
                  <a:ea typeface="Fraunces Light" pitchFamily="34" charset="-122"/>
                </a:rPr>
                <a:t>03</a:t>
              </a:r>
            </a:p>
          </p:txBody>
        </p:sp>
        <p:sp>
          <p:nvSpPr>
            <p:cNvPr id="13" name="Shape 11"/>
            <p:cNvSpPr/>
            <p:nvPr/>
          </p:nvSpPr>
          <p:spPr>
            <a:xfrm>
              <a:off x="3220120" y="3828306"/>
              <a:ext cx="2645346" cy="19050"/>
            </a:xfrm>
            <a:prstGeom prst="rect">
              <a:avLst/>
            </a:prstGeom>
            <a:solidFill>
              <a:srgbClr val="438951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3220120" y="3937248"/>
              <a:ext cx="2645346" cy="453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Wearable sensor integration for higher tracking accuracy</a:t>
              </a:r>
              <a:endParaRPr lang="en-US" sz="11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007224" y="3606403"/>
              <a:ext cx="283518" cy="1771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Franklin Gothic Heavy" panose="020B0903020102020204" pitchFamily="34" charset="0"/>
                  <a:ea typeface="Fraunces Light" pitchFamily="34" charset="-122"/>
                </a:rPr>
                <a:t>04</a:t>
              </a:r>
            </a:p>
          </p:txBody>
        </p:sp>
        <p:sp>
          <p:nvSpPr>
            <p:cNvPr id="16" name="Shape 14"/>
            <p:cNvSpPr/>
            <p:nvPr/>
          </p:nvSpPr>
          <p:spPr>
            <a:xfrm>
              <a:off x="6007224" y="3828306"/>
              <a:ext cx="2645346" cy="19050"/>
            </a:xfrm>
            <a:prstGeom prst="rect">
              <a:avLst/>
            </a:prstGeom>
            <a:solidFill>
              <a:srgbClr val="438951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6007224" y="3937248"/>
              <a:ext cx="2645346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Voice-assisted multilingual guidance</a:t>
              </a:r>
              <a:endParaRPr lang="en-US" sz="11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220120" y="4638898"/>
              <a:ext cx="283518" cy="1771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Franklin Gothic Heavy" panose="020B0903020102020204" pitchFamily="34" charset="0"/>
                  <a:ea typeface="Fraunces Light" pitchFamily="34" charset="-122"/>
                </a:rPr>
                <a:t>05</a:t>
              </a:r>
            </a:p>
          </p:txBody>
        </p:sp>
        <p:sp>
          <p:nvSpPr>
            <p:cNvPr id="20" name="Text 18"/>
            <p:cNvSpPr/>
            <p:nvPr/>
          </p:nvSpPr>
          <p:spPr>
            <a:xfrm>
              <a:off x="3220120" y="4969743"/>
              <a:ext cx="2645346" cy="5201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Integration with Electronic Health </a:t>
              </a: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Record (EHR) systems</a:t>
              </a:r>
              <a:endParaRPr lang="en-US" sz="1100" dirty="0"/>
            </a:p>
          </p:txBody>
        </p:sp>
        <p:sp>
          <p:nvSpPr>
            <p:cNvPr id="24" name="Shape 11">
              <a:extLst>
                <a:ext uri="{FF2B5EF4-FFF2-40B4-BE49-F238E27FC236}">
                  <a16:creationId xmlns:a16="http://schemas.microsoft.com/office/drawing/2014/main" id="{8639363C-8687-3D49-A774-A5EA324F4B47}"/>
                </a:ext>
              </a:extLst>
            </p:cNvPr>
            <p:cNvSpPr/>
            <p:nvPr/>
          </p:nvSpPr>
          <p:spPr>
            <a:xfrm>
              <a:off x="3220120" y="4905970"/>
              <a:ext cx="2645346" cy="19050"/>
            </a:xfrm>
            <a:prstGeom prst="rect">
              <a:avLst/>
            </a:prstGeom>
            <a:solidFill>
              <a:srgbClr val="438951"/>
            </a:solidFill>
            <a:ln/>
          </p:spPr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1428089-1533-E992-214D-A5BAFAEA976C}"/>
                  </a:ext>
                </a:extLst>
              </p14:cNvPr>
              <p14:cNvContentPartPr/>
              <p14:nvPr/>
            </p14:nvContentPartPr>
            <p14:xfrm>
              <a:off x="5597378" y="-26573"/>
              <a:ext cx="3790080" cy="22093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1428089-1533-E992-214D-A5BAFAEA97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79378" y="-44213"/>
                <a:ext cx="3825720" cy="22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F5A5BAA-46D1-FD15-B1B9-AD75C8344909}"/>
                  </a:ext>
                </a:extLst>
              </p14:cNvPr>
              <p14:cNvContentPartPr/>
              <p14:nvPr/>
            </p14:nvContentPartPr>
            <p14:xfrm>
              <a:off x="6167258" y="-9142"/>
              <a:ext cx="3020040" cy="23364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F5A5BAA-46D1-FD15-B1B9-AD75C83449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49618" y="-26782"/>
                <a:ext cx="3055680" cy="23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610671F-96E3-CB23-41E5-27C9372A9C29}"/>
                  </a:ext>
                </a:extLst>
              </p14:cNvPr>
              <p14:cNvContentPartPr/>
              <p14:nvPr/>
            </p14:nvContentPartPr>
            <p14:xfrm>
              <a:off x="-8182" y="5300138"/>
              <a:ext cx="1518480" cy="13698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610671F-96E3-CB23-41E5-27C9372A9C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25822" y="5282498"/>
                <a:ext cx="1554120" cy="14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1CF3371-D0BC-79B3-CF6B-7DE28AA3F5DC}"/>
                  </a:ext>
                </a:extLst>
              </p14:cNvPr>
              <p14:cNvContentPartPr/>
              <p14:nvPr/>
            </p14:nvContentPartPr>
            <p14:xfrm>
              <a:off x="-3862" y="5658698"/>
              <a:ext cx="978120" cy="11152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1CF3371-D0BC-79B3-CF6B-7DE28AA3F5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21862" y="5641058"/>
                <a:ext cx="1013760" cy="1150920"/>
              </a:xfrm>
              <a:prstGeom prst="rect">
                <a:avLst/>
              </a:prstGeom>
            </p:spPr>
          </p:pic>
        </mc:Fallback>
      </mc:AlternateContent>
      <p:pic>
        <p:nvPicPr>
          <p:cNvPr id="61" name="Picture 60">
            <a:extLst>
              <a:ext uri="{FF2B5EF4-FFF2-40B4-BE49-F238E27FC236}">
                <a16:creationId xmlns:a16="http://schemas.microsoft.com/office/drawing/2014/main" id="{2F2B79F1-804A-8788-C265-D2DBF0FFD5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21920" y="0"/>
            <a:ext cx="9403080" cy="689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347</Words>
  <Application>Microsoft Office PowerPoint</Application>
  <PresentationFormat>On-screen Show (4:3)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Fraunces ExtraBold</vt:lpstr>
      <vt:lpstr>Franklin Gothic Heavy</vt:lpstr>
      <vt:lpstr>Nobile</vt:lpstr>
      <vt:lpstr>Nobile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SWANANDA GUPTA</dc:creator>
  <cp:lastModifiedBy>SWANANDA GUPTA</cp:lastModifiedBy>
  <cp:revision>6</cp:revision>
  <dcterms:created xsi:type="dcterms:W3CDTF">2026-08-06T16:59:02Z</dcterms:created>
  <dcterms:modified xsi:type="dcterms:W3CDTF">2026-08-06T17:23:15Z</dcterms:modified>
</cp:coreProperties>
</file>